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5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914400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⏱ 30s 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双人联机打砖块游戏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9456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D4FF"/>
                </a:solidFill>
              </a:defRPr>
            </a:pPr>
            <a:r>
              <a:t>BREAKOUT — 基于C++与Raylib的面向对象游戏开发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83464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00FF88"/>
                </a:solidFill>
              </a:defRPr>
            </a:pPr>
            <a:r>
              <a:t>"从一行代码到一个可交付作品 — 13周完整C++游戏开发实践"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210312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503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四川大学 2025级《面向对象程序设计（C++）》课程最终项目</a:t>
            </a:r>
          </a:p>
          <a:p>
            <a:pPr algn="ctr">
              <a:defRPr sz="1600">
                <a:solidFill>
                  <a:srgbClr val="AAAAAA"/>
                </a:solidFill>
              </a:defRPr>
            </a:pPr>
          </a:p>
          <a:p>
            <a:pPr algn="ctr">
              <a:defRPr sz="1600">
                <a:solidFill>
                  <a:srgbClr val="AAAAAA"/>
                </a:solidFill>
              </a:defRPr>
            </a:pPr>
            <a:r>
              <a:t>演讲者：danchenbumin  |  2026年5月</a:t>
            </a:r>
          </a:p>
          <a:p>
            <a:pPr algn="ctr">
              <a:defRPr sz="1600">
                <a:solidFill>
                  <a:srgbClr val="AAAAAA"/>
                </a:solidFill>
              </a:defRPr>
            </a:pPr>
            <a:r>
              <a:t>GitHub: https://github.com/danchenbumin/breakout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8087" y="5212080"/>
            <a:ext cx="1463040" cy="3200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C++17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4007" y="5212080"/>
            <a:ext cx="1463040" cy="3200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Raylib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5212080"/>
            <a:ext cx="1463040" cy="3200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ENet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5212080"/>
            <a:ext cx="1463040" cy="3200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1767" y="5212080"/>
            <a:ext cx="1463040" cy="3200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CMake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87687" y="5212080"/>
            <a:ext cx="1463040" cy="3200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Multi-thread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核心功能展示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六大核心功能 · 现场演示 / 视频播放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6984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5720"/>
            <a:ext cx="914400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⏱ 2min 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155448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54864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🎮 双人局域网联机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Host/Client架构，ENet UDP可靠传输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每1/30秒状态同步，双快照线性插值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一人控底部球拍，另一人控顶部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474720" cy="155448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54864" cy="274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F88"/>
                </a:solidFill>
              </a:defRPr>
            </a:pPr>
            <a:r>
              <a:t>📝 JSON驱动关卡系统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82880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3个难度递增关卡（入门→空心→十字）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球速/布局/颜色全部JSON配置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文件缺失或格式错误自动降级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74720" cy="155448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54864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💾 实时存档/读档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2880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通关自动保存，退出自动保存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启动检测存档，可选继续或新游戏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存档带版本号，支持未来升级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08960"/>
            <a:ext cx="3474720" cy="155448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246120"/>
            <a:ext cx="54864" cy="274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B86FC"/>
                </a:solidFill>
              </a:defRPr>
            </a:pPr>
            <a:r>
              <a:t>✏️ 运行时关卡编辑器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56616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按E进入编辑模式，鼠标添加/删除砖块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网格对齐、重叠检测、边界保护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按S一键保存为custom.json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108960"/>
            <a:ext cx="3474720" cy="155448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246120"/>
            <a:ext cx="54864" cy="274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6B"/>
                </a:solidFill>
              </a:defRPr>
            </a:pPr>
            <a:r>
              <a:t>🎨 粒子特效系统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56616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砖块破碎/道具拾取粒子反馈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对象池100个粒子预分配，零动态分配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CPU占用降低约30%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108960"/>
            <a:ext cx="3474720" cy="155448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246120"/>
            <a:ext cx="54864" cy="27432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AA00"/>
                </a:solidFill>
              </a:defRPr>
            </a:pPr>
            <a:r>
              <a:t>🎯 道具系统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56616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加长板(W)：球拍宽度+50%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减速球(S)：球速降至70%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额外生命(+)：生命数+1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83480"/>
            <a:ext cx="11064240" cy="5029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🎬  此处播放2分钟演示视频（或现场运行游戏） — 展示：单机打砖块 → 双人联机对战 → 道具拾取 → 编辑模式 → 存档读档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AA"/>
                </a:solidFill>
              </a:defRPr>
            </a:pPr>
            <a:r>
              <a:t>操作：A/D 移动  |  R 重置  |  L 异步加载  |  E 编辑模式  |  ESC 退出  |  道具：W 加长板  S 减速球  + 额外生命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关键技术亮点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菱形继承架构 · 三大性能优化 · 13周渐进式迭代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6984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7480" y="45720"/>
            <a:ext cx="914400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⏱ 1.5min 技术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712845" cy="3385185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864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◆ 菱形继承体系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      GameObject (位置)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     /              \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PhysicalObject    VisualObject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(速度/碰撞)       (颜色/绘制)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     \              /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Ball / Paddle / Brick / PowerUp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· virtual 继承解决二义性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· 纯虚函数 Draw() 实现多态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· unique_ptr 管理对象生命周期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716020" cy="338455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54864" cy="274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B86FC"/>
                </a:solidFill>
              </a:defRPr>
            </a:pPr>
            <a:r>
              <a:t>◆ 设计模式应用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🏭 工厂模式 → PowerUpEffect 抽象基类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🔒 单例模式 → TextureCache 线程安全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♻️ 对象池   → Particle[100] 零分配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🔄 状态模式 → enum GameState 流程控制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🎯 策略模式 → 多态 Apply() 道具效果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底层：Raylib(渲染) + ENet(网络)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配置：nlohmann/json + CMake 3.10+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0245" y="440055"/>
            <a:ext cx="3267075" cy="1337945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40420" y="494665"/>
            <a:ext cx="54864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5030" y="44894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空间网格碰撞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828040"/>
            <a:ext cx="2926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8×6网格划分，每格100×100px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O(N×M) → 接近O(1)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CPU占用：30% → &lt;5%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10245" y="1975485"/>
            <a:ext cx="3343275" cy="1269365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40420" y="2090928"/>
            <a:ext cx="54864" cy="274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580" y="2045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F88"/>
                </a:solidFill>
              </a:defRPr>
            </a:pPr>
            <a:r>
              <a:t>网络状态插值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580" y="2420493"/>
            <a:ext cx="2926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双快照(Last/Next)时间戳插值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线性插值消除UDP丢包/乱序抖动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30 tick/s同步，画面流畅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6275" y="3369310"/>
            <a:ext cx="3392805" cy="146431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75980" y="3419856"/>
            <a:ext cx="54864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5980" y="3374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粒子对象池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8860" y="3739896"/>
            <a:ext cx="2926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预分配Particle[100]静态数组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active标志位管理，O(1)分配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零new/delete，无内存碎片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775" y="443865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88"/>
                </a:solidFill>
              </a:defRPr>
            </a:pPr>
            <a:r>
              <a:t>◆ 13周渐进式迭代开发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618234" y="5189855"/>
            <a:ext cx="73152" cy="228600"/>
          </a:xfrm>
          <a:prstGeom prst="rightArrow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6090" y="4915535"/>
            <a:ext cx="1143000" cy="7772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W1-3</a:t>
            </a:r>
            <a:br/>
            <a:r>
              <a:t>基础框架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852674" y="5189855"/>
            <a:ext cx="73152" cy="228600"/>
          </a:xfrm>
          <a:prstGeom prst="rightArrow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700530" y="4915535"/>
            <a:ext cx="1143000" cy="7772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W4-6</a:t>
            </a:r>
            <a:br/>
            <a:r>
              <a:t>OOP封装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087114" y="5189855"/>
            <a:ext cx="73152" cy="228600"/>
          </a:xfrm>
          <a:prstGeom prst="rightArrow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34970" y="4915535"/>
            <a:ext cx="1143000" cy="7772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W7</a:t>
            </a:r>
            <a:br/>
            <a:r>
              <a:t>碰撞检测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321554" y="5189855"/>
            <a:ext cx="73152" cy="228600"/>
          </a:xfrm>
          <a:prstGeom prst="rightArrow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9410" y="4915535"/>
            <a:ext cx="1143000" cy="7772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W8</a:t>
            </a:r>
            <a:br/>
            <a:r>
              <a:t>道具+粒子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555994" y="5189855"/>
            <a:ext cx="73152" cy="228600"/>
          </a:xfrm>
          <a:prstGeom prst="rightArrow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03850" y="4915535"/>
            <a:ext cx="1143000" cy="7772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W9</a:t>
            </a:r>
            <a:br/>
            <a:r>
              <a:t>双人联机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790434" y="5189855"/>
            <a:ext cx="73152" cy="228600"/>
          </a:xfrm>
          <a:prstGeom prst="rightArrow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38290" y="4915535"/>
            <a:ext cx="1143000" cy="7772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W10</a:t>
            </a:r>
            <a:br/>
            <a:r>
              <a:t>多线程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024874" y="5189855"/>
            <a:ext cx="73152" cy="228600"/>
          </a:xfrm>
          <a:prstGeom prst="rightArrow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872730" y="4915535"/>
            <a:ext cx="1143000" cy="7772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W11</a:t>
            </a:r>
            <a:br/>
            <a:r>
              <a:t>性能优化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0259314" y="5189855"/>
            <a:ext cx="73152" cy="228600"/>
          </a:xfrm>
          <a:prstGeom prst="rightArrow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07170" y="4915535"/>
            <a:ext cx="1143000" cy="7772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W12</a:t>
            </a:r>
            <a:br/>
            <a:r>
              <a:t>数据持久化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41610" y="4915535"/>
            <a:ext cx="1143000" cy="7772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W13</a:t>
            </a:r>
            <a:br/>
            <a:r>
              <a:t>项目收尾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090" y="5829935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AA"/>
                </a:solidFill>
              </a:defRPr>
            </a:pPr>
            <a:r>
              <a:t>📊 12次Git提交 · 2个Pull Request · Feature分支开发 · Conventional Commits规范  |  ~1050行C++ · 11个源文件 · 3个JSON关卡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410" y="6149975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A0"/>
                </a:solidFill>
              </a:defRPr>
            </a:pPr>
            <a:r>
              <a:t>关键挑战：菱形继承二义性 → virtual  |  网络抖动 → 双快照插值  |  碰撞O(N×M) → 空间网格  |  内存碎片 → 对象池  |  JSON容错 → try-catch降级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6080"/>
                </a:solidFill>
              </a:defRPr>
            </a:pPr>
            <a:r>
              <a:t>github.com/danchenbumin/breakout  |  C++17 + Raylib + ENet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个人独立开发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一人完成从设计到交付的全流程 · 13周渐进式迭代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6984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6845" y="31115"/>
            <a:ext cx="914400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⏱ 30s 分工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94430" cy="309753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864" cy="274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F88"/>
                </a:solidFill>
              </a:defRPr>
            </a:pPr>
            <a:r>
              <a:t>👤 独立承担全部角色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3200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🏗️ 架构设计 — 菱形继承体系、五大设计模式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💻 程序开发 — ~1050行C++，11个源文件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🎨 游戏设计 — 3个递增难度关卡、3种道具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🌐 网络编程 — ENet Host/Client双人联机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⚡ 性能优化 — 网格碰撞、对象池、异步加载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📝 文档撰写 — README、设计报告、PPT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🔧 工程管理 — Git分支、CMake构建、13周迭代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657600" cy="292608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54864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📊 项目统计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3200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代码规模：~1050行 C++17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源文件：11个（.cpp/.h）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设计模式：5种（工厂/单例/对象池/状态/策略）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关卡：3个 JSON驱动（入门→空心→十字）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第三方库：Raylib + ENet + nlohmann/json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Git提交：12次，Conventional Commits规范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开发周期：13周渐进式迭代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371600"/>
            <a:ext cx="3448050" cy="3510915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508760"/>
            <a:ext cx="54864" cy="274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B86FC"/>
                </a:solidFill>
              </a:defRPr>
            </a:pPr>
            <a:r>
              <a:t>✅ 核心收获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828800"/>
            <a:ext cx="2926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🎯 C++ OOP知识完整实践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菱形继承 · 虚函数多态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STL · 智能指针 · 模板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🎯 工程能力全面提升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Git · CMake · 设计模式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代码规范 · 文档撰写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🎯 实战领域经验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网络编程(ENet/UDP)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多线程(std::async)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文件I/O与JSON序列化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50291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D4FF"/>
                </a:solidFill>
              </a:defRPr>
            </a:pPr>
            <a:r>
              <a:t>"从 'Hello World' 到可交付作品 — 一个人，十三周，一个完整游戏"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6080"/>
                </a:solidFill>
              </a:defRPr>
            </a:pPr>
            <a:r>
              <a:t>github.com/danchenbumin/breakout  |  C++17 + Raylib + ENet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辅助开发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合理使用AI工具 · 理解为主、AI为辅 · 总占比约10%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6984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5720"/>
            <a:ext cx="914400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⏱ 30s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32505" cy="312293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864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🤖 工具与占比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GitHub Copilot — 代码补全 (~5%)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重复模板生成、getter/setter补全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ChatGPT / Claude — 咨询 (~5%)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架构方案对比、Bug原因分析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📊 总AI辅助率：约10%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符合课程评分标准（≤10%）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✅ 所有AI代码均经人工审核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467100" cy="33477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508760"/>
            <a:ext cx="54864" cy="274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F88"/>
                </a:solidFill>
              </a:defRPr>
            </a:pPr>
            <a:r>
              <a:t>💡 典型AI辅助案例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1️⃣ JSON解析框架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AI生成nlohmann/json使用模板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人工添加错误降级+默认配置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2️⃣ CMakeLists.txt构建配置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AI生成基础CMake模板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人工添加ENet查找+文件复制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3️⃣ 菱形继承Bug定位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AI分析二义性原因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人工决定virtual继承方案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371600"/>
            <a:ext cx="3475355" cy="335407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999" y="1508760"/>
            <a:ext cx="54864" cy="274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B86FC"/>
                </a:solidFill>
              </a:defRPr>
            </a:pPr>
            <a:r>
              <a:t>📋 AI使用原则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828800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✅ AI是效率工具，不是代码替代品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✅ 所有AI生成代码经过人工审核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✅ 理解代码原理，能独立解释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✅ 关键AI辅助部分注释标注来源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✅ AI提供新思路，人工做最终决策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✅ 学会判断AI输出是否正确、最优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88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核心观点：AI改变了开发方式，但没有改变“理解代码才能写出好代码”的本质。</a:t>
            </a:r>
          </a:p>
          <a:p>
            <a:pPr algn="ctr">
              <a:defRPr sz="1400">
                <a:solidFill>
                  <a:srgbClr val="AAAAAA"/>
                </a:solidFill>
              </a:defRPr>
            </a:pPr>
            <a:r>
              <a:t>在课程中使用AI，关键是学会判断AI的输出是否正确、是否最优 — 这比不用AI更需要理解代码。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6080"/>
                </a:solidFill>
              </a:defRPr>
            </a:pPr>
            <a:r>
              <a:t>github.com/danchenbumin/breakout  |  C++17 + Raylib + ENet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感谢聆听 · 欢迎提问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0312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5639435" cy="32842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54864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💡 准备好回答的问题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1. 为什么选择菱形继承而不是组合模式？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→ 展示C++多继承特性；实际项目中组合更灵活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2. 网络同步为什么用UDP(ENet)而不是TCP？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→ 游戏实时性要求低延迟，ENet在UDP上实现可靠传输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3. 关卡编辑器如何保证保存数据的合法性？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→ 网格对齐 + 位置验证 + 边界检查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4. 如果重新设计，会做哪些架构调整？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   → ECS架构替代菱形继承，更好的解耦和扩展性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412740" cy="32842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2331720"/>
            <a:ext cx="54864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⚠️ 待改进 · 🚀 未来计划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517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⚠️ 音效系统缺失 — 无碰撞音效/背景音乐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⚠️ UI较为简陋 — 缺少图形化菜单界面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⚠️ 仅支持局域网 — 需扩展到互联网联机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🚀 移植移动端（Android/iOS）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🚀 发布到 Steam / itch.io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🚀 迁移 OpenGL 实现 3D 渲染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🚀 学习 ECS架构 · C++20/23新特性</a:t>
            </a:r>
          </a:p>
          <a:p>
            <a:pPr>
              <a:spcAft>
                <a:spcPts val="400"/>
              </a:spcAft>
              <a:defRPr sz="1300">
                <a:solidFill>
                  <a:srgbClr val="AAAAAA"/>
                </a:solidFill>
              </a:defRPr>
            </a:pPr>
            <a:r>
              <a:t>🚀 参加 GitHub Game Off 比赛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9436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</a:defRPr>
            </a:pPr>
            <a:r>
              <a:t>GitHub: https://github.com/danchenbumin/breakout</a:t>
            </a:r>
          </a:p>
          <a:p>
            <a:pPr algn="ctr">
              <a:defRPr sz="1400">
                <a:solidFill>
                  <a:srgbClr val="AAAAAA"/>
                </a:solidFill>
              </a:defRPr>
            </a:pPr>
            <a:r>
              <a:t>可现场运行演示 · 可展示代码仓库 · 欢迎技术交流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3455</Words>
  <Application>WPS 演示</Application>
  <PresentationFormat>On-screen Show (4:3)</PresentationFormat>
  <Paragraphs>273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赵辰鑫</cp:lastModifiedBy>
  <cp:revision>5</cp:revision>
  <dcterms:created xsi:type="dcterms:W3CDTF">2013-01-27T09:14:00Z</dcterms:created>
  <dcterms:modified xsi:type="dcterms:W3CDTF">2026-05-31T04:24:37Z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A2F5585A17884B56BEFC49E2A9CD7EA5_12</vt:lpwstr>
  </property>
</Properties>
</file>